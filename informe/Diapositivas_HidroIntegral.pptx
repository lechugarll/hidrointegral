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proyecto: aplicar la integral definida a dos problemas reales del agua. Mencionar a los integrantes.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integral definida como 'área acumulada' conecta ambos problemas: uno en el tiempo, otro en el espacio.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la diferencia entre el valor exacto (TFC) y las aproximaciones numéricas, y por qué conviene tener ambas.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idea central: el área bajo q(t) hasta el instante t es el volumen acumulado, y el tanque lo muestra. En la aplicación se puede arrastrar el tiempo.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fila es una situación que se puede elegir en la aplicación. El volumen se calcula con la antiderivada; en la aplicación se ve cómo se llena el tanque.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lámina responde la pregunta de para qué sirve. Los números son los de la aplicación para el caso de la llave y de la lluvia.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Resaltar el patrón: cotas inferior/superior y convergencia. Simpson exacto por ser q lineal.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GIF se generó con Python con el mismo motor de partículas de la aplicación. En el centro el agua va más rápida que junto a la pared; sumando los anillos se obtiene el mismo caudal que con Q = A·v.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herramienta hace visibles y verificables los conceptos; todo coincide con los casos de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reafirmando la conexión teoría–aplicación y mencionar la extensión futura.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097280"/>
            <a:ext cx="3840480" cy="38404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108960"/>
            <a:ext cx="3108960" cy="310896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920240"/>
            <a:ext cx="8686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HidroIntegral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1752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Acumulación de agua y capacidad de tuberías mediante integrales definidas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∫ q(t) dt</a:t>
            </a:r>
            <a:pPr indent="0" marL="0">
              <a:buNone/>
            </a:pPr>
            <a:r>
              <a:rPr lang="en-US" sz="1800" b="1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Q = ∫₀ᴿ v(r)·2πr dr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760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II · Proyecto final 2026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[Integrantes del grupo]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problemas, una misma herramienta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12064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05840" y="192024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011680" y="19202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Acumulación de agua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97180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∫ₐᵇ q(t) dt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84048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volumen que entra a un tanque es el área bajo la curva del caudal q(t). Cuando q cambia con el tiempo, la integral da el total acumulado.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0" y="1554480"/>
            <a:ext cx="512064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766560" y="192024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0" y="19202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de tubería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297180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= ∫₀ᴿ v(r)·2πr dr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384048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caudal que transporta una tubería surge de integrar el perfil de velocidades v(r) sobre su sección circular.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integral como área bajo la curva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664208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Teorema fundamental del cálculo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valor exacto se obtiene con una antiderivada: ∫ₐᵇ q(t) dt = F(b) − F(a).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761488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Sumas de Riemann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aproxima el área con rectángulos: por la izquierda, por la derecha o por el punto medio.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858768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Trapecio y Simpson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Mejoran la aproximación; Simpson ajusta parábolas y es exacto para polinomios de grado ≤ 3.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0080" y="50292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956048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Convergencia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aumentar el número de subintervalos n, todas las aproximaciones tienden al valor exacto.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¿Cuánta agua hay en el tanque?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referencia: q(t) = 2t + 3 L/min, de 0 a 4 min, en un tanque de 40 L. Aquí, en t = 3 min.</a:t>
            </a:r>
            <a:endParaRPr lang="en-US" sz="1600" dirty="0"/>
          </a:p>
        </p:txBody>
      </p:sp>
      <p:pic>
        <p:nvPicPr>
          <p:cNvPr id="4" name="Image 0" descr="C:\Users\Raul\Downloads\hidrointegral\hidrointegral\informe\figuras\fig1_laborator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10881360" cy="338328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9AA5B1">
                <a:alpha val="35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640080" y="53035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área sombreada es el agua que ya entró: </a:t>
            </a:r>
            <a:pPr indent="0" marL="0">
              <a:buNone/>
            </a:pPr>
            <a:r>
              <a:rPr lang="en-US" sz="17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V(3) = F(3) − F(0) = 18 L, el 45 % del tanque. Al mover el tiempo, el nivel y el área cambian a la vez.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el caudal cambia con el tiempo?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75895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834640"/>
                <a:gridCol w="155448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Situación real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q(t), en L/min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Llave que se abre poco a poco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2t + 3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28.0 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Caudal constante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60.0 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Bomba con ciclos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+ 8·sen(2t)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60.6 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Lluvia sobre un techo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20·e^(−(t−4)²/4)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70.6 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Depósito que se vacía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20·e^(−t/3)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57.0 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549640" y="1737360"/>
            <a:ext cx="2999232" cy="3931920"/>
          </a:xfrm>
          <a:prstGeom prst="roundRect">
            <a:avLst>
              <a:gd name="adj" fmla="val 3049"/>
            </a:avLst>
          </a:prstGeom>
          <a:solidFill>
            <a:srgbClr val="EAF2F8"/>
          </a:solidFill>
          <a:ln w="12700">
            <a:solidFill>
              <a:srgbClr val="CFE0E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778240" y="2057400"/>
            <a:ext cx="2560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muestra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vida real el caudal sube, baja u oscila.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caudal constante basta multiplicar: V = q·t.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los demás casos hace falta la integral: es el área bajo la curva.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qué sirve el área bajo la curva?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664208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¿Cabe el agua en el tanque?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40 L de capacidad, la llave deja 28 L y sobran 12 L. Con la lluvia (70.6 L), un tanque de 30 L se derrama a los 3.7 min.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761488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se llena?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instante T en que el área acumulada alcanza la capacidad: se resuelve ∫₀ᵀ q(t) dt = capacidad.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858768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tubería o bomba hace falta?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dimensiona para el caudal máximo (11 L/min en el caso de la llave), no para el promedio (7 L/min).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0080" y="50292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956048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¿Cuánta agua se consumió?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medidor de agua suma el caudal instante a instante: hace exactamente esta integral y muestra los litros.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de métodos (exacto = 28 L)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75895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353312"/>
                <a:gridCol w="1353312"/>
                <a:gridCol w="1353312"/>
                <a:gridCol w="1353312"/>
                <a:gridCol w="1353312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Izquierda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Derecha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Punto medio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Trapecio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Simpson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27.500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28.500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549640" y="1737360"/>
            <a:ext cx="2999232" cy="3657600"/>
          </a:xfrm>
          <a:prstGeom prst="roundRect">
            <a:avLst>
              <a:gd name="adj" fmla="val 3049"/>
            </a:avLst>
          </a:prstGeom>
          <a:solidFill>
            <a:srgbClr val="EAF2F8"/>
          </a:solidFill>
          <a:ln w="12700">
            <a:solidFill>
              <a:srgbClr val="CFE0E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778240" y="2057400"/>
            <a:ext cx="2560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muestra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Izquierda subestima y derecha sobreestima (q crece).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medio, trapecio y Simpson dan el valor exacto: q es lineal.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crecer n, izquierda y derecha convergen a 28 L.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de tubería: Q = A·v = ∫ v(r)·2πr dr</a:t>
            </a:r>
            <a:endParaRPr lang="en-US" sz="3200" dirty="0"/>
          </a:p>
        </p:txBody>
      </p:sp>
      <p:pic>
        <p:nvPicPr>
          <p:cNvPr id="3" name="Image 0" descr="C:\Users\Raul\Downloads\hidrointegral\hidrointegral\informe\animacion_tuberia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5760720" cy="3236976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9AA5B1">
                <a:alpha val="35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640080" y="49377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Tubería de 1" a 2 m/s · azul: lento (pared), claro: rápido (centro)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766560" y="160020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858000" y="176479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60.8 L/min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858000" y="24414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Caudal de diseño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281160" y="160020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9372600" y="176479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50 800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9372600" y="24414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Reynolds → turbulento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766560" y="315468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858000" y="331927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2.45 m/s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0" y="39959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en el centro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281160" y="315468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9372600" y="331927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0.00 %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9372600" y="39959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Integral vs. Q = A·v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766560" y="48006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integral del perfil de velocidades coincide con la fórmula Q = A·v: ambas descripciones del flujo son equivalentes.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aplicación para explorarlo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66420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matemático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con SymPy (integral exacta) y NumPy; también calcula las partículas de las animaciones.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76148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expone el cálculo; la entrada q(t) se valida (sin ejecutar código).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85876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Three.js: un tanque y una tubería en 3D sincronizados con las gráficas.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50292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95604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pruebas automatizadas reproducen los casos calculados a mano.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492240" y="210312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583680" y="226771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52/52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29443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que pasan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44000" y="210312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235440" y="226771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9235440" y="29443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Situaciones reales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92240" y="374904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583680" y="391363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L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45902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Coincide con lo exacto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144000" y="374904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235440" y="391363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0.00 %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9235440" y="45902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Integral = fórmula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2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3840480"/>
            <a:ext cx="3840480" cy="384048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10607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integral definida modela de forma natural la acumulación de agua y la capacidad de una tubería.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métodos numéricos aproximan el volumen con error decreciente; Simpson converge más rápido.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integral del perfil de velocidades confirma la fórmula Q = A·v.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área bajo la curva responde preguntas prácticas: si el agua cabe, cuándo se llena y qué tubería hace falta.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aplicación muestra cada cálculo como una escena física en 3D y está verificada con 52 pruebas.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futuro: pérdidas de presión (Darcy-Weisbach) en régimen turbulento.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∫ q(t) dt   ·   Q = ∫ v(r)·2πr dr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HidroIntegral</dc:title>
  <dc:subject>PptxGenJS Presentation</dc:subject>
  <dc:creator>HidroIntegral</dc:creator>
  <cp:lastModifiedBy>HidroIntegral</cp:lastModifiedBy>
  <cp:revision>1</cp:revision>
  <dcterms:created xsi:type="dcterms:W3CDTF">2026-10-19T15:04:54Z</dcterms:created>
  <dcterms:modified xsi:type="dcterms:W3CDTF">2026-10-19T15:04:54Z</dcterms:modified>
</cp:coreProperties>
</file>